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33D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2233D"/>
                </a:solidFill>
                <a:latin typeface="Cambria"/>
              </a:rPr>
              <a:t>Net benefit (€000s) by intervention recovery-rate assumption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 (€ thousands)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15%
(conservative)</c:v>
                  </c:pt>
                  <c:pt idx="1">
                    <c:v>25%</c:v>
                  </c:pt>
                  <c:pt idx="2">
                    <c:v>35%
(headline)</c:v>
                  </c:pt>
                  <c:pt idx="3">
                    <c:v>50%
(optimistic)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117.5</c:v>
                </c:pt>
                <c:pt idx="1">
                  <c:v>215.5</c:v>
                </c:pt>
                <c:pt idx="2">
                  <c:v>313.5</c:v>
                </c:pt>
                <c:pt idx="3">
                  <c:v>460.5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624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Aftersales No-Shows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AI-Prioritized Outreach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case for flagging at-risk service appointments before they're missed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Hiremath  |  Illustrative project on synthetic data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missed appointments waste service capacity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booked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no-shows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at 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idle service slot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36676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notice — most no-show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can't be refilled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on synthetic data, broadly in line with published aftersales industry ranges — not real dealer data.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 case: flag risk before the appointment, not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signal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no-show history, reminder status — already captured today.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scores each appointment's no-show risk at booking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outreach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 prioritizes the riskiest slots for a call or reschedule offer.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22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ROC-AUC of 0.78 — genuine, useful signal, not a suspiciously perfect model. This prioritizes limited intervention capacity; it doesn't predict individual outcomes precisely.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economics: a cheap intervention against an expensive miss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85623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7099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 cost per intervention vs. €180 value per recovered slot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69480" y="272491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25786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stays positive even at the conservative 15% case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69480" y="359359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344728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ranges 4.0x–15.6x depending on the recovery-rate assumption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446227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43159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case: ~1,900 slots recovered/year, €313.5k net benefit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and what this case does not claim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access; retrain and calibrate on real historical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5–8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region; track actual precision/recall vs. projection.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9–12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KPIs; decide on rollout or revision.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12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— no real manufacturer, dealer, or customer data was used.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35% intervention recovery rate is a planning assumption; pilot data will replace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0.78 AUC model prioritizes appointments so limited intervention capacity goes where it matters most.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2026-10-05T17:32:20Z</dcterms:created>
  <dcterms:modified xsi:type="dcterms:W3CDTF">2026-10-05T17:32:20Z</dcterms:modified>
</cp:coreProperties>
</file>